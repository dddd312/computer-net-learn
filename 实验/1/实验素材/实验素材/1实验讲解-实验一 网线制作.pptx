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68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F846801F-D388-483C-8540-38321317F62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C85283A4-C2AD-4C56-A384-513B2EF2D09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计算机网络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实验一 网线制作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网线制作</a:t>
            </a:r>
            <a:endParaRPr lang="zh-CN" altLang="en-US" b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641" y="1520825"/>
            <a:ext cx="5733454" cy="43402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/>
              <a:t>UTP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900" dirty="0" smtClean="0"/>
              <a:t>1</a:t>
            </a:r>
            <a:r>
              <a:rPr lang="en-US" altLang="zh-CN" sz="1900" dirty="0"/>
              <a:t>. </a:t>
            </a:r>
            <a:r>
              <a:rPr lang="zh-CN" altLang="en-US" sz="2000" dirty="0"/>
              <a:t>直连线（</a:t>
            </a:r>
            <a:r>
              <a:rPr lang="en-US" altLang="zh-CN" sz="2000" dirty="0"/>
              <a:t>Straight-through cable 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TIA/EIA 568B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	</a:t>
            </a:r>
            <a:r>
              <a:rPr lang="zh-CN" altLang="en-US" sz="2000" dirty="0" smtClean="0"/>
              <a:t>直连线</a:t>
            </a:r>
            <a:r>
              <a:rPr lang="zh-CN" altLang="en-US" sz="2000" dirty="0"/>
              <a:t>，就是不经过任何跳线的连接方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    </a:t>
            </a:r>
            <a:r>
              <a:rPr lang="en-US" altLang="zh-CN" sz="2000" dirty="0" smtClean="0"/>
              <a:t>	</a:t>
            </a:r>
            <a:r>
              <a:rPr lang="zh-CN" altLang="en-US" sz="2000" dirty="0" smtClean="0"/>
              <a:t>法</a:t>
            </a:r>
            <a:r>
              <a:rPr lang="zh-CN" altLang="en-US" sz="2000" dirty="0"/>
              <a:t>（</a:t>
            </a:r>
            <a:r>
              <a:rPr lang="en-US" altLang="zh-CN" sz="2000" dirty="0"/>
              <a:t>1-1</a:t>
            </a:r>
            <a:r>
              <a:rPr lang="zh-CN" altLang="en-US" sz="2000" dirty="0"/>
              <a:t>，</a:t>
            </a:r>
            <a:r>
              <a:rPr lang="en-US" altLang="zh-CN" sz="2000" dirty="0"/>
              <a:t>2-2</a:t>
            </a:r>
            <a:r>
              <a:rPr lang="zh-CN" altLang="en-US" sz="2000" dirty="0"/>
              <a:t>，</a:t>
            </a:r>
            <a:r>
              <a:rPr lang="en-US" altLang="zh-CN" sz="2000" dirty="0"/>
              <a:t>3-3</a:t>
            </a:r>
            <a:r>
              <a:rPr lang="zh-CN" altLang="en-US" sz="2000" dirty="0"/>
              <a:t>，</a:t>
            </a:r>
            <a:r>
              <a:rPr lang="en-US" altLang="zh-CN" sz="2000" dirty="0"/>
              <a:t>......</a:t>
            </a:r>
            <a:r>
              <a:rPr lang="zh-CN" altLang="en-US" sz="2000" dirty="0"/>
              <a:t>），</a:t>
            </a:r>
            <a:r>
              <a:rPr lang="zh-CN" altLang="en-US" sz="2000" dirty="0" smtClean="0"/>
              <a:t>两头的</a:t>
            </a:r>
            <a:r>
              <a:rPr lang="zh-CN" altLang="en-US" sz="2000" dirty="0"/>
              <a:t>线</a:t>
            </a:r>
            <a:r>
              <a:rPr lang="zh-CN" altLang="en-US" sz="2000" dirty="0" smtClean="0"/>
              <a:t>序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	</a:t>
            </a:r>
            <a:r>
              <a:rPr lang="zh-CN" altLang="en-US" sz="2000" dirty="0" smtClean="0"/>
              <a:t>如右</a:t>
            </a:r>
            <a:r>
              <a:rPr lang="zh-CN" altLang="en-US" sz="2000" dirty="0"/>
              <a:t>图示，顺序</a:t>
            </a:r>
            <a:r>
              <a:rPr lang="zh-CN" altLang="en-US" sz="2000" dirty="0" smtClean="0"/>
              <a:t>为：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    </a:t>
            </a:r>
            <a:r>
              <a:rPr lang="zh-CN" altLang="en-US" sz="2000" b="1" dirty="0"/>
              <a:t>白橙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橙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白绿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蓝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白蓝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绿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白棕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棕</a:t>
            </a:r>
            <a:r>
              <a:rPr lang="zh-CN" altLang="en-US" sz="2000" dirty="0"/>
              <a:t> 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     </a:t>
            </a:r>
            <a:endParaRPr lang="zh-CN" altLang="en-US" sz="2000" dirty="0"/>
          </a:p>
        </p:txBody>
      </p:sp>
      <p:pic>
        <p:nvPicPr>
          <p:cNvPr id="17418" name="Picture 10" descr="rj1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5868144" y="2636912"/>
            <a:ext cx="2286000" cy="31146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网线制作</a:t>
            </a:r>
            <a:endParaRPr lang="zh-CN" altLang="en-US" b="1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6093494" cy="4267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2.</a:t>
            </a:r>
            <a:r>
              <a:rPr lang="zh-CN" altLang="en-US" sz="2000" dirty="0"/>
              <a:t>交叉线（</a:t>
            </a:r>
            <a:r>
              <a:rPr lang="en-US" altLang="zh-CN" sz="2000" dirty="0"/>
              <a:t>crossover cable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TIA/EIA</a:t>
            </a:r>
            <a:r>
              <a:rPr lang="zh-CN" altLang="en-US" sz="2000" dirty="0" smtClean="0"/>
              <a:t> </a:t>
            </a:r>
            <a:r>
              <a:rPr lang="en-US" altLang="zh-CN" sz="2000" dirty="0"/>
              <a:t>568A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zh-CN" altLang="en-US" sz="2000" dirty="0" smtClean="0"/>
              <a:t>一端为正常</a:t>
            </a:r>
            <a:r>
              <a:rPr lang="zh-CN" altLang="en-US" sz="2000" dirty="0"/>
              <a:t>的顺序，另一端发生交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   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	</a:t>
            </a:r>
            <a:r>
              <a:rPr lang="zh-CN" altLang="en-US" sz="2000" dirty="0" smtClean="0"/>
              <a:t>叉</a:t>
            </a:r>
            <a:r>
              <a:rPr lang="zh-CN" altLang="en-US" sz="2000" dirty="0"/>
              <a:t>，</a:t>
            </a:r>
            <a:r>
              <a:rPr lang="en-US" altLang="zh-CN" sz="2000" dirty="0"/>
              <a:t>1-3</a:t>
            </a:r>
            <a:r>
              <a:rPr lang="zh-CN" altLang="en-US" sz="2000" dirty="0"/>
              <a:t>，</a:t>
            </a:r>
            <a:r>
              <a:rPr lang="en-US" altLang="zh-CN" sz="2000" dirty="0"/>
              <a:t>2-6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zh-CN" altLang="en-US" sz="2000" dirty="0" smtClean="0"/>
              <a:t>两头</a:t>
            </a:r>
            <a:r>
              <a:rPr lang="zh-CN" altLang="en-US" sz="2000" dirty="0"/>
              <a:t>的</a:t>
            </a:r>
            <a:r>
              <a:rPr lang="zh-CN" altLang="en-US" sz="2000" dirty="0" smtClean="0"/>
              <a:t>线序如</a:t>
            </a:r>
            <a:r>
              <a:rPr lang="zh-CN" altLang="en-US" sz="2000" dirty="0"/>
              <a:t>右图所示 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连接相同设备，确保通信</a:t>
            </a:r>
            <a:r>
              <a:rPr lang="zh-CN" altLang="en-US" sz="2000" dirty="0"/>
              <a:t>往返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 dirty="0"/>
              <a:t>白橙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橙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白绿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蓝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白蓝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绿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白棕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棕</a:t>
            </a:r>
            <a:endParaRPr lang="zh-CN" altLang="en-US" sz="2000" b="1" dirty="0"/>
          </a:p>
          <a:p>
            <a:pPr>
              <a:buFont typeface="Wingdings" panose="05000000000000000000" pitchFamily="2" charset="2"/>
              <a:buNone/>
            </a:pPr>
            <a:endParaRPr lang="zh-CN" altLang="en-US" sz="2000" b="1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 dirty="0"/>
              <a:t>白绿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绿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白橙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蓝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白蓝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橙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白棕</a:t>
            </a:r>
            <a:r>
              <a:rPr lang="en-US" altLang="zh-CN" sz="2000" b="1" dirty="0"/>
              <a:t>|</a:t>
            </a:r>
            <a:r>
              <a:rPr lang="zh-CN" altLang="en-US" sz="2000" b="1" dirty="0"/>
              <a:t>棕 </a:t>
            </a:r>
            <a:endParaRPr lang="zh-CN" altLang="en-US" sz="2000" b="1" dirty="0"/>
          </a:p>
        </p:txBody>
      </p:sp>
      <p:pic>
        <p:nvPicPr>
          <p:cNvPr id="21514" name="Picture 10" descr="rj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/>
          <a:srcRect/>
          <a:stretch>
            <a:fillRect/>
          </a:stretch>
        </p:blipFill>
        <p:spPr>
          <a:xfrm>
            <a:off x="4716016" y="2708920"/>
            <a:ext cx="4249738" cy="28987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交叉线原理</a:t>
            </a:r>
            <a:endParaRPr lang="zh-CN" altLang="en-US" b="1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对于</a:t>
            </a:r>
            <a:r>
              <a:rPr lang="en-US" altLang="zh-CN" sz="2400" dirty="0"/>
              <a:t>10base-T</a:t>
            </a:r>
            <a:r>
              <a:rPr lang="zh-CN" altLang="en-US" sz="2400" dirty="0"/>
              <a:t>和</a:t>
            </a:r>
            <a:r>
              <a:rPr lang="en-US" altLang="zh-CN" sz="2400" dirty="0"/>
              <a:t>100base-TX</a:t>
            </a:r>
            <a:r>
              <a:rPr lang="zh-CN" altLang="en-US" sz="2400" dirty="0"/>
              <a:t>的标准，网卡中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2</a:t>
            </a:r>
            <a:r>
              <a:rPr lang="zh-CN" altLang="en-US" sz="2400" dirty="0"/>
              <a:t>针脚定义为发送信号，</a:t>
            </a:r>
            <a:r>
              <a:rPr lang="en-US" altLang="zh-CN" sz="2400" dirty="0"/>
              <a:t>3</a:t>
            </a:r>
            <a:r>
              <a:rPr lang="zh-CN" altLang="en-US" sz="2400" dirty="0"/>
              <a:t>，</a:t>
            </a:r>
            <a:r>
              <a:rPr lang="en-US" altLang="zh-CN" sz="2400" dirty="0"/>
              <a:t>6</a:t>
            </a:r>
            <a:r>
              <a:rPr lang="zh-CN" altLang="en-US" sz="2400" dirty="0"/>
              <a:t>针脚定义为接受信号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不同</a:t>
            </a:r>
            <a:r>
              <a:rPr lang="zh-CN" altLang="en-US" sz="2400" dirty="0"/>
              <a:t>设备接口中针脚的定义是不同的，以网卡为参考基准，集线器和交换机的标准接口针脚的定义与网卡正好相反，即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2</a:t>
            </a:r>
            <a:r>
              <a:rPr lang="zh-CN" altLang="en-US" sz="2400" dirty="0"/>
              <a:t>针脚定义为接受信号，</a:t>
            </a:r>
            <a:r>
              <a:rPr lang="en-US" altLang="zh-CN" sz="2400" dirty="0"/>
              <a:t>3</a:t>
            </a:r>
            <a:r>
              <a:rPr lang="zh-CN" altLang="en-US" sz="2400" dirty="0"/>
              <a:t>，</a:t>
            </a:r>
            <a:r>
              <a:rPr lang="en-US" altLang="zh-CN" sz="2400" dirty="0"/>
              <a:t>6</a:t>
            </a:r>
            <a:r>
              <a:rPr lang="zh-CN" altLang="en-US" sz="2400" dirty="0"/>
              <a:t>针脚定义为发送信号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网卡</a:t>
            </a:r>
            <a:r>
              <a:rPr lang="zh-CN" altLang="en-US" sz="2400" dirty="0"/>
              <a:t>与集线器和交换机相连时使用直通线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如果</a:t>
            </a:r>
            <a:r>
              <a:rPr lang="zh-CN" altLang="en-US" sz="2400" dirty="0"/>
              <a:t>将两个主机</a:t>
            </a:r>
            <a:r>
              <a:rPr lang="zh-CN" altLang="en-US" sz="2400" dirty="0" smtClean="0"/>
              <a:t>相连或主机与路由器以太网口相连，</a:t>
            </a:r>
            <a:r>
              <a:rPr lang="zh-CN" altLang="en-US" sz="2400" dirty="0"/>
              <a:t>则需要交叉线。 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GJhYWQ0YWY2YWM2ZDVlNzM3MzcxNGEyMTQ5NTUz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WPS 演示</Application>
  <PresentationFormat>全屏显示(4:3)</PresentationFormat>
  <Paragraphs>35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Wingdings</vt:lpstr>
      <vt:lpstr>Office 主题</vt:lpstr>
      <vt:lpstr>计算机网络</vt:lpstr>
      <vt:lpstr>网线制作</vt:lpstr>
      <vt:lpstr>网线制作</vt:lpstr>
      <vt:lpstr>交叉线原理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实验四 网线制作</dc:title>
  <dc:creator>chc</dc:creator>
  <cp:lastModifiedBy>任钰浩</cp:lastModifiedBy>
  <cp:revision>8</cp:revision>
  <dcterms:created xsi:type="dcterms:W3CDTF">2016-05-10T09:18:00Z</dcterms:created>
  <dcterms:modified xsi:type="dcterms:W3CDTF">2026-05-16T08:23:21Z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3140DD98844242DEA69D2C1C9818FFF2_12</vt:lpwstr>
  </property>
  <property fmtid="{D5CDD505-2E9C-101B-9397-08002B2CF9AE}" pid="3" name="KSOProductBuildVer">
    <vt:lpwstr>2052-12.1.0.26375</vt:lpwstr>
  </property>
</Properties>
</file>